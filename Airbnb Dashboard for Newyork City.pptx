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4" d="100"/>
          <a:sy n="74" d="100"/>
        </p:scale>
        <p:origin x="139" y="7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1DA03-0D65-49E4-A0EC-0A641A829F56}" type="datetimeFigureOut">
              <a:rPr lang="en-US" smtClean="0"/>
              <a:t>4/18/2025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3C45A2-8F2B-4AAA-B198-CF901DFFC9E9}" type="slidenum">
              <a:rPr lang="en-US" smtClean="0"/>
              <a:t>‹#›</a:t>
            </a:fld>
            <a:endParaRPr lang="en-US"/>
          </a:p>
        </p:txBody>
      </p:sp>
    </p:spTree>
    <p:extLst>
      <p:ext uri="{BB962C8B-B14F-4D97-AF65-F5344CB8AC3E}">
        <p14:creationId xmlns:p14="http://schemas.microsoft.com/office/powerpoint/2010/main" val="2153055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4/18/2025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4/18/2025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4/18/2025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5efefec2-2898-4a37-821c-baae26973923?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5efefec2-2898-4a37-821c-baae26973923/?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Airbnb Dashboard for Newyork City</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4/18/2025 3:30:32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4/18/2025 10:34:43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rea Wise Listing ,Total Booking by Neighbourhood &amp; Roomtype ,Avg price by Neighbourhood ,Availability Trend (In Days) ,Year ,Average prize in the neighbourhood  - RoomType: All ,AvgPrize by Neighbourhood ,Top 10 Host by Reviews ,Avg Reviews per Month ,Total Reviews ,Total Neighbourhood in NYC ,Total Host ,Room Type ,Neighbourhood ,Total reviews by Year ,Airbnb Dashboard For Newyork City ,image ,image ,Total Neighbourhood by Neighbourhood Group ,Year. Please refer to the notes on this slide for details">
            <a:hlinkClick r:id="rId3"/>
          </p:cNvPr>
          <p:cNvPicPr>
            <a:picLocks noChangeAspect="1"/>
          </p:cNvPicPr>
          <p:nvPr/>
        </p:nvPicPr>
        <p:blipFill>
          <a:blip r:embed="rId4"/>
          <a:stretch>
            <a:fillRect/>
          </a:stretch>
        </p:blipFill>
        <p:spPr>
          <a:xfrm>
            <a:off x="0" y="342900"/>
            <a:ext cx="12192000" cy="6153150"/>
          </a:xfrm>
          <a:prstGeom prst="rect">
            <a:avLst/>
          </a:prstGeom>
          <a:noFill/>
        </p:spPr>
      </p:pic>
      <p:sp>
        <p:nvSpPr>
          <p:cNvPr id="4" name="Title" hidden="1"/>
          <p:cNvSpPr>
            <a:spLocks noGrp="1"/>
          </p:cNvSpPr>
          <p:nvPr>
            <p:ph type="title"/>
          </p:nvPr>
        </p:nvSpPr>
        <p:spPr/>
        <p:txBody>
          <a:bodyPr/>
          <a:lstStyle/>
          <a:p>
            <a:r>
              <a:t>Page 1</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26</Words>
  <Application>Microsoft Office PowerPoint</Application>
  <PresentationFormat>Widescreen</PresentationFormat>
  <Paragraphs>7</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Calibri Light</vt:lpstr>
      <vt:lpstr>Segoe UI</vt:lpstr>
      <vt:lpstr>Segoe UI Light</vt:lpstr>
      <vt:lpstr>Segoe UI Semibold</vt:lpstr>
      <vt:lpstr>Custom Design</vt:lpstr>
      <vt:lpstr>Airbnb Dashboard for Newyork City</vt:lpstr>
      <vt:lpstr>Page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Naveera Kamal</cp:lastModifiedBy>
  <cp:revision>5</cp:revision>
  <dcterms:created xsi:type="dcterms:W3CDTF">2016-09-04T11:54:55Z</dcterms:created>
  <dcterms:modified xsi:type="dcterms:W3CDTF">2025-04-18T15:32:28Z</dcterms:modified>
</cp:coreProperties>
</file>